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3" r:id="rId7"/>
    <p:sldId id="261" r:id="rId8"/>
    <p:sldId id="264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1" autoAdjust="0"/>
    <p:restoredTop sz="94660"/>
  </p:normalViewPr>
  <p:slideViewPr>
    <p:cSldViewPr snapToGrid="0">
      <p:cViewPr>
        <p:scale>
          <a:sx n="75" d="100"/>
          <a:sy n="75" d="100"/>
        </p:scale>
        <p:origin x="82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71A62-EA9A-1743-316F-AC1932553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F54BF4-B752-D5D6-23A8-950D6A619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3BFE3-06E6-289B-41AF-3E5E6E2B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F4E1BA-2302-F547-8163-1448E4DC7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D0CEDA-1279-FBF4-66FD-9455A8C7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83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59C59-FEA4-A41C-B284-86382F61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2E153-43B3-2639-EA1B-53858FDA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8D1601-1A84-7C61-2775-622BD9781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42E8CD-8072-8D30-0992-C2E5F939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9F484E-5C10-C790-DFBC-1B2CE91C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34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2C6A1-64B5-C5CD-4F46-E597B993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D395A9-7A83-FD9D-3237-5C81C0ADD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1D3C13-E167-62D2-AF0F-8082D85D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FB031-B6F9-0470-F0AB-E2EA7C04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CF0DC-5A37-79B5-762F-384370A0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900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0759F-C06D-F71C-78FC-B0B812B8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C6866-1481-1F6B-0807-1FEE6FF80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F1CA5B-1CEA-AD6C-1D11-292B37268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9AE66C-E863-A9C6-A839-A67EC18C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11833-964A-C55E-0EE8-1CC5E0F0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D02568-46D2-2379-EF0A-A636A680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50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734E8-51E0-9638-B71B-C78017D3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834AE0-8FB8-0AF6-5849-F645EDCD0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CCFC0E-AE51-F68D-8D50-4950A57C9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052747-CCC1-38D8-30EF-5862A7C91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0527AE-4C5C-C174-4CC9-DB7C09E71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D314E1-1D22-2B46-175F-B295C2D6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203C01-CD70-427C-5BD0-E4ABEE04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C7CA2F-4DE3-E1B9-29A5-F60CBE43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B76C7-45B5-E070-4D25-5BE45DFB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10B1BE-1674-AA19-A51F-78291430D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23FC8F-14EE-7400-7E7D-16AD6A54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BB3FB1-201E-B5F1-454F-FE5074DB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016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F21254-804C-5D29-FB9A-1E9400F9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574375-56CD-A449-7432-4E732558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AF6DA-2D8B-9187-B33E-0313B4E6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1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EF2B9-2BBB-5327-3DDC-3DE55FD2D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FF5AB0-CBEA-7540-452C-29C11427B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3F22B9-4A89-A3E0-E5D4-754A02166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2D025C-BF21-7F19-2A8D-E7A3494D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DBC5FB-197D-7413-CEAE-CB244775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BC3E1C-3F07-D876-EF80-791FEF8F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45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6A500-F867-CCDB-E60D-4B0EDC76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E958EF-D8BA-A424-BCB9-9DCFC85371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11BF09-46A5-8C94-5B40-B8D8BD29D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5C8DC0-74FA-5854-80C7-ECE03306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1A15AE-A1CD-7367-108E-E2E2E3481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A2CED4-34CB-4D08-11FA-1ACF8C97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893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C7C07-8300-980E-8E41-7351C7258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24D9DB-EA74-8367-12C1-39FDD32F4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3DA4F-E52A-C974-CD30-1181E077B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128892-3F03-B558-2AA9-CDFDD7B6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331FFB-D1DB-0043-818A-51B67CB8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32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BAE316-BCB5-E1BD-66D3-B9DD6F5D6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0171E8-BF28-173D-3568-132E1BA28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30F618-E5CA-8FFF-B9EB-04EC0D60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73AB2C-C6A5-FC8E-2627-06CC8B06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361744-1AC2-F9D6-56AA-668B0448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94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E1D657-4BF8-4CFE-2B21-E236A7DB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64C46B-6CA4-7AE6-E79F-357D97B8B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03FE8B-382A-4439-AC4B-C09894E12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91D5C-204B-4D5B-A10B-7ED99B45BD2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190C6E-599B-12AC-4F5B-2D6209251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4A945E-3BD2-A8AC-410F-BA738276F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7E647-D8AB-4805-8ED6-D5CEA04997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5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9C51D2D-27F2-67E2-D90A-2E7C6B412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410" y="2974979"/>
            <a:ext cx="6238430" cy="32411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0F73E8-513B-F6B4-626D-9233DB8B0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01" y="641904"/>
            <a:ext cx="2644756" cy="55741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8EFE6CA-DE62-03BF-1698-8233512E37D2}"/>
              </a:ext>
            </a:extLst>
          </p:cNvPr>
          <p:cNvSpPr/>
          <p:nvPr/>
        </p:nvSpPr>
        <p:spPr>
          <a:xfrm>
            <a:off x="4429760" y="641904"/>
            <a:ext cx="1524000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초기화면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17C497E-269D-F2FD-3FDA-DC3E2FDDC705}"/>
              </a:ext>
            </a:extLst>
          </p:cNvPr>
          <p:cNvSpPr/>
          <p:nvPr/>
        </p:nvSpPr>
        <p:spPr>
          <a:xfrm>
            <a:off x="4844410" y="2257344"/>
            <a:ext cx="1524000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전체지도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31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81C289-768F-99BC-A0C2-BB1B295F9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35" y="1098022"/>
            <a:ext cx="2724530" cy="53442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514E15D-B42F-932E-B01A-7E3A310E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133" y="1083732"/>
            <a:ext cx="2676899" cy="53728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F664519-CC55-4505-7AA0-160CF2425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499" y="1064680"/>
            <a:ext cx="2591162" cy="541095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2EAA5F-52FE-DD00-A734-FCB45444E896}"/>
              </a:ext>
            </a:extLst>
          </p:cNvPr>
          <p:cNvSpPr/>
          <p:nvPr/>
        </p:nvSpPr>
        <p:spPr>
          <a:xfrm>
            <a:off x="326744" y="415707"/>
            <a:ext cx="2514781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각 시장 </a:t>
            </a:r>
            <a:r>
              <a:rPr lang="ko-KR" altLang="en-US" dirty="0" err="1">
                <a:solidFill>
                  <a:schemeClr val="tx1"/>
                </a:solidFill>
              </a:rPr>
              <a:t>메인페이지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B7A8D0-E7FA-3786-DDB0-8AA34E1883DF}"/>
              </a:ext>
            </a:extLst>
          </p:cNvPr>
          <p:cNvSpPr/>
          <p:nvPr/>
        </p:nvSpPr>
        <p:spPr>
          <a:xfrm>
            <a:off x="2946400" y="415707"/>
            <a:ext cx="3962400" cy="53848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초기화면에서 시장 이미지 클릭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646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7D19-694B-9A16-F4C5-54B7CBFE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E00A1D-0DE2-9C8C-87A1-EF771703A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86" y="1030950"/>
            <a:ext cx="6183434" cy="55120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724D437-877C-C6E2-8311-89B25CDC4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54" y="2318874"/>
            <a:ext cx="5149586" cy="386348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1A9368-6B40-7DA4-EEF8-C6807928E727}"/>
              </a:ext>
            </a:extLst>
          </p:cNvPr>
          <p:cNvSpPr/>
          <p:nvPr/>
        </p:nvSpPr>
        <p:spPr>
          <a:xfrm>
            <a:off x="448664" y="314960"/>
            <a:ext cx="2514781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각 시장 지도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86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20B2669-3336-5EEF-7747-D898962883D9}"/>
              </a:ext>
            </a:extLst>
          </p:cNvPr>
          <p:cNvSpPr/>
          <p:nvPr/>
        </p:nvSpPr>
        <p:spPr>
          <a:xfrm>
            <a:off x="601064" y="547787"/>
            <a:ext cx="2514781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상점 </a:t>
            </a:r>
            <a:r>
              <a:rPr lang="ko-KR" altLang="en-US" dirty="0" err="1">
                <a:solidFill>
                  <a:schemeClr val="tx1"/>
                </a:solidFill>
              </a:rPr>
              <a:t>메인화면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1527D1E-A28A-EE22-DE6A-7EAA6347E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97" y="1682143"/>
            <a:ext cx="3982006" cy="414395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1EAE29F-44C9-ED35-90F4-7886A313A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692" y="1552291"/>
            <a:ext cx="3028648" cy="267872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31B3B55-92FE-A25F-58AE-95FF17682C40}"/>
              </a:ext>
            </a:extLst>
          </p:cNvPr>
          <p:cNvSpPr/>
          <p:nvPr/>
        </p:nvSpPr>
        <p:spPr>
          <a:xfrm>
            <a:off x="7571559" y="817027"/>
            <a:ext cx="1948361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위치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71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B7869-03E6-3AD0-725E-7DEC4F0F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F07A54C-62BF-F4B7-0FA1-DF9D97CAA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37" y="1168316"/>
            <a:ext cx="5431903" cy="5445843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768C07F-633F-D8B9-E5E2-FD350EA04A55}"/>
              </a:ext>
            </a:extLst>
          </p:cNvPr>
          <p:cNvSpPr/>
          <p:nvPr/>
        </p:nvSpPr>
        <p:spPr>
          <a:xfrm>
            <a:off x="529944" y="395387"/>
            <a:ext cx="2514781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상점 상품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03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DEFE2-A6DB-317D-D0AE-EA1858DE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36BBE3D-FAA2-E74A-C379-A81B302443B8}"/>
              </a:ext>
            </a:extLst>
          </p:cNvPr>
          <p:cNvSpPr/>
          <p:nvPr/>
        </p:nvSpPr>
        <p:spPr>
          <a:xfrm>
            <a:off x="529944" y="395387"/>
            <a:ext cx="2514781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맛집 투어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A161CD-39A7-249E-28B1-374D80401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34" y="1149545"/>
            <a:ext cx="9682480" cy="531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2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F783D-F6EB-6B26-3660-BC09F886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DC749F0-1F37-CC5F-0B28-C474F1F83781}"/>
              </a:ext>
            </a:extLst>
          </p:cNvPr>
          <p:cNvSpPr/>
          <p:nvPr/>
        </p:nvSpPr>
        <p:spPr>
          <a:xfrm>
            <a:off x="529944" y="395387"/>
            <a:ext cx="2514781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스타상점 노포투어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D1D835-BB7E-49BC-54F7-D501FC2B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03" y="1003206"/>
            <a:ext cx="8585818" cy="531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9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FF8BD-988D-FD52-A453-0FB53D63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57C6E7B-EB1E-30E1-F56D-B033F77A00D3}"/>
              </a:ext>
            </a:extLst>
          </p:cNvPr>
          <p:cNvSpPr/>
          <p:nvPr/>
        </p:nvSpPr>
        <p:spPr>
          <a:xfrm>
            <a:off x="529944" y="395387"/>
            <a:ext cx="2514781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동영상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346E00-CFEE-B6C4-DB6A-0634EEA7C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13" y="1172761"/>
            <a:ext cx="8374787" cy="516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93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D53BE-368D-E414-0731-9B5195C3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ABBB93E-D042-DBC8-2159-1A82A2C358D4}"/>
              </a:ext>
            </a:extLst>
          </p:cNvPr>
          <p:cNvSpPr/>
          <p:nvPr/>
        </p:nvSpPr>
        <p:spPr>
          <a:xfrm>
            <a:off x="529944" y="395387"/>
            <a:ext cx="2514781" cy="5384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명소 볼거리투어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EC7A65-AD0A-551F-C20B-6966405C0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1021080"/>
            <a:ext cx="8404860" cy="560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96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</Words>
  <Application>Microsoft Office PowerPoint</Application>
  <PresentationFormat>와이드스크린</PresentationFormat>
  <Paragraphs>12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storm</dc:creator>
  <cp:lastModifiedBy>storm</cp:lastModifiedBy>
  <cp:revision>1</cp:revision>
  <dcterms:created xsi:type="dcterms:W3CDTF">2026-05-22T04:44:37Z</dcterms:created>
  <dcterms:modified xsi:type="dcterms:W3CDTF">2026-05-22T04:50:17Z</dcterms:modified>
</cp:coreProperties>
</file>