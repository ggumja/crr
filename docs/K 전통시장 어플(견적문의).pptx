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ko-K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5" d="100"/>
          <a:sy n="75" d="100"/>
        </p:scale>
        <p:origin x="822" y="109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E31787-1040-E2C7-E08A-B372CF05C2CD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080C09-88ED-A015-A44B-15DBE69BDFA3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79A772-2112-E791-56E0-9E694631A89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A1FA24-578B-673D-3F93-625CBD46CDD7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26C91-4AC6-2D76-8244-D2B1CF93B9C8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944C0F-8D91-524E-37B8-2790EB777306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FC128A-6C1F-4E69-80B6-DC621A75CD5A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B4FF4-EA96-E992-ADF8-1E5E05840E9B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B1743D-D5C9-D6A2-D601-405D938EA4A6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A3FBFC-2670-0C2E-2994-0E83CBF7EB3D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0C7348-36B1-4FAB-8229-A6E2D2CEE5B2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1AB39C-2832-91F9-2869-366819572978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ko-KR"/>
              <a:t>클릭하여 마스터 부제목 스타일 편집</a:t>
            </a:r>
            <a:endParaRPr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콘텐츠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빈 화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ko-KR"/>
              <a:t>마스터 제목 스타일 편집</a:t>
            </a:r>
            <a:endParaRPr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>
              <a:defRPr/>
            </a:pPr>
            <a:r>
              <a:rPr lang="ko-KR"/>
              <a:t>두 번째 수준</a:t>
            </a:r>
            <a:endParaRPr/>
          </a:p>
          <a:p>
            <a:pPr lvl="2">
              <a:defRPr/>
            </a:pPr>
            <a:r>
              <a:rPr lang="ko-KR"/>
              <a:t>세 번째 수준</a:t>
            </a:r>
            <a:endParaRPr/>
          </a:p>
          <a:p>
            <a:pPr lvl="3">
              <a:defRPr/>
            </a:pPr>
            <a:r>
              <a:rPr lang="ko-KR"/>
              <a:t>네 번째 수준</a:t>
            </a:r>
            <a:endParaRPr/>
          </a:p>
          <a:p>
            <a:pPr lvl="4">
              <a:defRPr/>
            </a:pPr>
            <a:r>
              <a:rPr lang="ko-KR"/>
              <a:t>다섯 번째 수준</a:t>
            </a:r>
            <a:endParaRPr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0091D5C-204B-4D5B-A10B-7ED99B45BD28}" type="datetimeFigureOut">
              <a:rPr lang="ko-KR"/>
              <a:t>2026-05-22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A27E647-D8AB-4805-8ED6-D5CEA0499764}" type="slidenum">
              <a:rPr lang="ko-KR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500686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견적문의</a:t>
            </a:r>
            <a:endParaRPr/>
          </a:p>
        </p:txBody>
      </p:sp>
      <p:sp>
        <p:nvSpPr>
          <p:cNvPr id="1842385260" name="내용 개체 틀 2"/>
          <p:cNvSpPr>
            <a:spLocks noGrp="1"/>
          </p:cNvSpPr>
          <p:nvPr>
            <p:ph idx="1"/>
          </p:nvPr>
        </p:nvSpPr>
        <p:spPr bwMode="auto">
          <a:xfrm flipH="0" flipV="0">
            <a:off x="444965" y="1526609"/>
            <a:ext cx="11312568" cy="498431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/>
          <a:p>
            <a:pPr marL="0" indent="0">
              <a:buFont typeface="Arial"/>
              <a:buNone/>
              <a:defRPr/>
            </a:pPr>
            <a:r>
              <a:rPr/>
              <a:t>웹기반 (프로그램설치 필요없을것, 보안문제 없을것, 데이터용량걱정없을것)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상점이 3000개지만 이번 프로젝트에서 메뉴는 제외.(상점이름, 사진, 연락처, 주소 등 최소한으로 제작)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주요내용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관리자 = 정보변경 등 관리일체가능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사용자 = 비회원으로 사용가능하지만 회원가입 후 로그인시 혜택추가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9개 상인회(시장)와 상인회소속 3000개 매장을 지도에 표기합니다.</a:t>
            </a:r>
            <a:endParaRPr/>
          </a:p>
          <a:p>
            <a:pPr>
              <a:defRPr/>
            </a:pPr>
            <a:r>
              <a:rPr/>
              <a:t>9개상인회의 메인페이지를 만듭니다.(3p참고)</a:t>
            </a:r>
            <a:endParaRPr/>
          </a:p>
          <a:p>
            <a:pPr>
              <a:defRPr/>
            </a:pPr>
            <a:r>
              <a:rPr/>
              <a:t>9개시장의 지도를 만듭니다.(4p)</a:t>
            </a:r>
            <a:endParaRPr/>
          </a:p>
          <a:p>
            <a:pPr>
              <a:defRPr/>
            </a:pPr>
            <a:r>
              <a:rPr/>
              <a:t>3,000개매장을 지도에표시(5p)</a:t>
            </a:r>
            <a:endParaRPr/>
          </a:p>
          <a:p>
            <a:pPr>
              <a:defRPr/>
            </a:pPr>
            <a:r>
              <a:rPr/>
              <a:t>상점별 고유페이지(정보및메뉴, 리뷰)(6p)</a:t>
            </a:r>
            <a:endParaRPr/>
          </a:p>
          <a:p>
            <a:pPr>
              <a:defRPr/>
            </a:pPr>
            <a:r>
              <a:rPr/>
              <a:t>맛집, 스타상점 등의 테마로 코스3개를 만들고 구글지도의 네비게이션기능으로 찾아갈 수 있게 세팅합니다.</a:t>
            </a:r>
            <a:endParaRPr/>
          </a:p>
          <a:p>
            <a:pPr>
              <a:defRPr/>
            </a:pPr>
            <a:r>
              <a:rPr/>
              <a:t>동양상을 올릴 수 있는 게시판을 만듭니다.</a:t>
            </a:r>
            <a:endParaRPr/>
          </a:p>
          <a:p>
            <a:pPr>
              <a:defRPr/>
            </a:pPr>
            <a:r>
              <a:rPr/>
              <a:t>이벤트게시판 및 공지사항(팝업 or 기타방법으로 최상위노출)을 제공합니다.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282801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495587" name="내용 개체 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44409" y="2974979"/>
            <a:ext cx="6238430" cy="32411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60101" y="641904"/>
            <a:ext cx="2644756" cy="55741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사각형: 둥근 모서리 10"/>
          <p:cNvSpPr/>
          <p:nvPr/>
        </p:nvSpPr>
        <p:spPr bwMode="auto">
          <a:xfrm>
            <a:off x="4429760" y="641904"/>
            <a:ext cx="1524000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초기화면</a:t>
            </a:r>
            <a:endParaRPr/>
          </a:p>
        </p:txBody>
      </p:sp>
      <p:sp>
        <p:nvSpPr>
          <p:cNvPr id="12" name="사각형: 둥근 모서리 11"/>
          <p:cNvSpPr/>
          <p:nvPr/>
        </p:nvSpPr>
        <p:spPr bwMode="auto">
          <a:xfrm>
            <a:off x="4844409" y="2257344"/>
            <a:ext cx="1524000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전체지도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84134" y="1098022"/>
            <a:ext cx="2724530" cy="534427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314133" y="1083732"/>
            <a:ext cx="2676899" cy="53728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996499" y="1064680"/>
            <a:ext cx="2591162" cy="5410955"/>
          </a:xfrm>
          <a:prstGeom prst="rect">
            <a:avLst/>
          </a:prstGeom>
        </p:spPr>
      </p:pic>
      <p:sp>
        <p:nvSpPr>
          <p:cNvPr id="10" name="사각형: 둥근 모서리 9"/>
          <p:cNvSpPr/>
          <p:nvPr/>
        </p:nvSpPr>
        <p:spPr bwMode="auto">
          <a:xfrm>
            <a:off x="326744" y="415707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각 시장 </a:t>
            </a:r>
            <a:r>
              <a:rPr lang="ko-KR">
                <a:solidFill>
                  <a:schemeClr val="tx1"/>
                </a:solidFill>
              </a:rPr>
              <a:t>메인페이지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/>
          <p:cNvSpPr/>
          <p:nvPr/>
        </p:nvSpPr>
        <p:spPr bwMode="auto">
          <a:xfrm>
            <a:off x="2946400" y="415707"/>
            <a:ext cx="3962400" cy="53848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초기화면에서 시장 이미지 클릭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4886" y="1030950"/>
            <a:ext cx="6183434" cy="55120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24254" y="2318874"/>
            <a:ext cx="5149586" cy="386348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사각형: 둥근 모서리 10"/>
          <p:cNvSpPr/>
          <p:nvPr/>
        </p:nvSpPr>
        <p:spPr bwMode="auto">
          <a:xfrm>
            <a:off x="448664" y="314960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각 시장 지도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26542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431" y="113928"/>
            <a:ext cx="9265511" cy="6488331"/>
          </a:xfrm>
          <a:prstGeom prst="rect">
            <a:avLst/>
          </a:prstGeom>
        </p:spPr>
      </p:pic>
      <p:sp>
        <p:nvSpPr>
          <p:cNvPr id="801192169" name=""/>
          <p:cNvSpPr/>
          <p:nvPr/>
        </p:nvSpPr>
        <p:spPr bwMode="auto">
          <a:xfrm flipH="0" flipV="0">
            <a:off x="8991369" y="1096027"/>
            <a:ext cx="2948835" cy="2674828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/>
              <a:t>지도에 위치표기</a:t>
            </a:r>
            <a:endParaRPr/>
          </a:p>
          <a:p>
            <a:pPr>
              <a:defRPr/>
            </a:pPr>
            <a:r>
              <a:rPr/>
              <a:t>확대 축소가능</a:t>
            </a:r>
            <a:endParaRPr/>
          </a:p>
          <a:p>
            <a:pPr>
              <a:defRPr/>
            </a:pPr>
            <a:r>
              <a:rPr/>
              <a:t>상점가목록이나 지도표기에서 해당 매장 클릭시</a:t>
            </a:r>
            <a:endParaRPr/>
          </a:p>
          <a:p>
            <a:pPr>
              <a:defRPr/>
            </a:pPr>
            <a:r>
              <a:rPr/>
              <a:t>상점페이지(다음페이지)가 나옵니다.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82815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24760" y="32440"/>
            <a:ext cx="4292773" cy="3396558"/>
          </a:xfrm>
          <a:prstGeom prst="rect">
            <a:avLst/>
          </a:prstGeom>
        </p:spPr>
      </p:pic>
      <p:pic>
        <p:nvPicPr>
          <p:cNvPr id="470522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630816" y="32440"/>
            <a:ext cx="3165230" cy="6858000"/>
          </a:xfrm>
          <a:prstGeom prst="rect">
            <a:avLst/>
          </a:prstGeom>
        </p:spPr>
      </p:pic>
      <p:pic>
        <p:nvPicPr>
          <p:cNvPr id="176312644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062425" y="32440"/>
            <a:ext cx="3165230" cy="6858000"/>
          </a:xfrm>
          <a:prstGeom prst="rect">
            <a:avLst/>
          </a:prstGeom>
        </p:spPr>
      </p:pic>
      <p:sp>
        <p:nvSpPr>
          <p:cNvPr id="940426919" name=""/>
          <p:cNvSpPr/>
          <p:nvPr/>
        </p:nvSpPr>
        <p:spPr bwMode="auto">
          <a:xfrm flipH="0" flipV="0">
            <a:off x="471061" y="3679520"/>
            <a:ext cx="3836095" cy="2439965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/>
              <a:t>상세보기를 누르면(a)</a:t>
            </a:r>
            <a:endParaRPr/>
          </a:p>
          <a:p>
            <a:pPr>
              <a:defRPr/>
            </a:pPr>
            <a:r>
              <a:rPr/>
              <a:t>상점 페이지로 이동(b)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상점 페이지에는 ‘하늘청지기처럼’ 메뉴와정보, 방문리뷰가 있어야 함.</a:t>
            </a:r>
            <a:endParaRPr/>
          </a:p>
          <a:p>
            <a:pPr>
              <a:defRPr/>
            </a:pPr>
            <a:r>
              <a:rPr/>
              <a:t>메뉴는 비워두지만 상점의 정보는 전부 입력해줘야함(3,000개)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6337" y="1168316"/>
            <a:ext cx="5431903" cy="5445843"/>
          </a:xfrm>
          <a:prstGeom prst="rect">
            <a:avLst/>
          </a:prstGeom>
        </p:spPr>
      </p:pic>
      <p:sp>
        <p:nvSpPr>
          <p:cNvPr id="6" name="사각형: 둥근 모서리 5"/>
          <p:cNvSpPr/>
          <p:nvPr/>
        </p:nvSpPr>
        <p:spPr bwMode="auto">
          <a:xfrm>
            <a:off x="529944" y="395387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상점 상품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0" name=""/>
          <p:cNvCxnSpPr/>
          <p:nvPr/>
        </p:nvCxnSpPr>
        <p:spPr bwMode="auto">
          <a:xfrm flipH="1" flipV="0">
            <a:off x="1123458" y="795924"/>
            <a:ext cx="5049554" cy="456678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/>
          <p:nvPr/>
        </p:nvCxnSpPr>
        <p:spPr bwMode="auto">
          <a:xfrm flipH="0" flipV="0">
            <a:off x="1475753" y="887259"/>
            <a:ext cx="6550068" cy="4710308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508758" name=""/>
          <p:cNvSpPr/>
          <p:nvPr/>
        </p:nvSpPr>
        <p:spPr bwMode="auto">
          <a:xfrm flipH="0" flipV="0">
            <a:off x="6694931" y="1552705"/>
            <a:ext cx="2793304" cy="2231198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/>
              <a:t>상품판매는 추후 기능으로 이번에는 적용하지 않습니다.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 bwMode="auto">
          <a:xfrm>
            <a:off x="529944" y="395387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맛집 투어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87334" y="1149545"/>
            <a:ext cx="9682480" cy="5313068"/>
          </a:xfrm>
          <a:prstGeom prst="rect">
            <a:avLst/>
          </a:prstGeom>
        </p:spPr>
      </p:pic>
      <p:sp>
        <p:nvSpPr>
          <p:cNvPr id="73552742" name=""/>
          <p:cNvSpPr/>
          <p:nvPr/>
        </p:nvSpPr>
        <p:spPr bwMode="auto">
          <a:xfrm flipH="0" flipV="0">
            <a:off x="91335" y="1069931"/>
            <a:ext cx="2035479" cy="2844451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/>
              <a:t>시장의 맛집, 스타상점 등 3가지 정도 코스를 정해주면 해당 가게들을 갈 수 있도록 안내합니다.(구글지도연동)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/>
          <p:cNvSpPr/>
          <p:nvPr/>
        </p:nvSpPr>
        <p:spPr bwMode="auto">
          <a:xfrm>
            <a:off x="529944" y="395387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스타상점 노포투어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50103" y="1003206"/>
            <a:ext cx="8585818" cy="5316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/>
          <p:cNvSpPr/>
          <p:nvPr/>
        </p:nvSpPr>
        <p:spPr bwMode="auto">
          <a:xfrm>
            <a:off x="529944" y="395387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동영상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632813" y="1172761"/>
            <a:ext cx="8374787" cy="5160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/>
          <p:cNvSpPr/>
          <p:nvPr/>
        </p:nvSpPr>
        <p:spPr bwMode="auto">
          <a:xfrm>
            <a:off x="529944" y="395387"/>
            <a:ext cx="2514781" cy="538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>
                <a:solidFill>
                  <a:schemeClr val="tx1"/>
                </a:solidFill>
              </a:rPr>
              <a:t>명소 볼거리투어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24100" y="1021080"/>
            <a:ext cx="8404860" cy="5603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ONLYOFFICE/8.3.1.25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storm</dc:creator>
  <cp:lastModifiedBy/>
  <cp:revision>4</cp:revision>
  <dcterms:created xsi:type="dcterms:W3CDTF">2026-05-22T04:44:37Z</dcterms:created>
  <dcterms:modified xsi:type="dcterms:W3CDTF">2026-06-09T01:44:15Z</dcterms:modified>
</cp:coreProperties>
</file>